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numbers in this deck come from a fresh re-run on Modal in September 2026. The original April 2026 results were lost with an old disk. Source of truth: results/numbers.json.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reward.py is unchanged from the original design. RLVR = reinforcement learning from verifiable rewards.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Tell it chronologically: KernelBench first, then the pivot to AutoKernel for cost, then RL, then the re-run.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Identity test = the 'answer' is the reference model itself. It must PASS at 1.0x. AutoKernel's own KernelBench starter crashes on all 100 problems (super(Model, self) after the class rename).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Cheaper verifier → more gradient per dollar. L4 bench workers match the original A10/L4 design.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Account limit: 10 concurrent GPUs. 1 trainer H100 + 1 vLLM policy H100 + 8 L4 bench containers. Redis queue replaced by modal.Dict content-hash cache; the whole training loop runs inside the trainer container.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Speedups are GPU-specific: softmax starter is 1.906x on H100 but 0.868x on L4.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Qwen2.5-Coder-7B-Instruct, temperature 0.8, rewards on L4. Only kernels whose starter already passes get solved, plus rmsnorm once.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model, same sampling; only the observation text changed. This is the cheapest improvement in the project.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Categories come from the failure lines bench.py prints; see modal_app/analyze.py::failure_taxonomy.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Advantage = (r − mean_group)/(std_group + 1e-6). If every sample in a group fails, the group teaches nothing.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v1: original log2 reward. 5 of 9 kernels never passed in any episode, so their groups never gave gradient. v2: partial credit for correctness progress (max 0.3), any PASS &gt;= 0.5, and groups with std &lt; 0.02 (timing noise) treated as ties. v2 reward_v2 0.3713 -&gt; 0.3985, pass 31.5% -&gt; 31.9% vs v1 pass 29.2% -&gt; 25.0%. Single seed; reward changes are within step-to-step noise. The robust effect is the zero-gradient fraction.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Subset = every 2nd harness-valid Level 1 problem (55 valid of 100); 1 sample x 3 turns; H100; bench_kb full protocol.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Also: vLLM 0.8.5 breaks with the newest transformers (pin 4.51.3). The AMD MI300X path is design-only: no AMD GPUs on Modal.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 follow-up questions with numbers: presentation/qa_30.md.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3C2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 re-run, Sept 2026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463040"/>
            <a:ext cx="10515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Teaching an LLM to write</a:t>
            </a:r>
            <a:endParaRPr lang="en-US" sz="4800" dirty="0"/>
          </a:p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faster GPU kernels with RL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6576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AutoKernel-RLVR: multi-turn GRPO with a GPU benchmark as the verifier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43891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3C2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KernelBench v1 → AutoKernel kernels → GRPO on Qwen2.5-Coder-7B  ·  re-run on Modal, Sept 2026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0B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idea: a benchmark is a perfect reward function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 re-run, Sept 2026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731520" cy="73152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5544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CA3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4231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0B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88036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writes a full Triton kernel.py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383280" y="1554480"/>
            <a:ext cx="731520" cy="73152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383280" y="15544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CA3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3383280" y="24231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0B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Verify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3383280" y="288036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bench.py on a real GPU: 5 correctness stages + timing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217920" y="1554480"/>
            <a:ext cx="731520" cy="73152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17920" y="15544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CA3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6217920" y="24231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0B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6217920" y="288036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correctness, speedup, failure lines come back as the next message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9052560" y="1554480"/>
            <a:ext cx="731520" cy="73152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052560" y="15544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CA3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9052560" y="24231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0B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Revise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9052560" y="288036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N turns per episode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4206240"/>
            <a:ext cx="11064240" cy="1554480"/>
          </a:xfrm>
          <a:prstGeom prst="roundRect">
            <a:avLst>
              <a:gd name="adj" fmla="val 7059"/>
            </a:avLst>
          </a:prstGeom>
          <a:solidFill>
            <a:srgbClr val="F1F0EC"/>
          </a:solidFill>
          <a:ln w="12700">
            <a:solidFill>
              <a:srgbClr val="F1F0E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22960" y="43891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per episode  </a:t>
            </a:r>
            <a:pPr indent="0" marL="0">
              <a:buNone/>
            </a:pPr>
            <a:r>
              <a:rPr lang="en-US" sz="18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log2(best speedup vs PyTorch) if any turn PASSes, else 0;  clipped to [−1, 3]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822960" y="49834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partial credit: a fast but wrong kernel scores 0. GRPO compares 8 episodes of the same task and pushes toward the better ones.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0B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arc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 re-run, Sept 2026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1F0EC"/>
          </a:solidFill>
          <a:ln w="12700">
            <a:solidFill>
              <a:srgbClr val="F1F0E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82880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CA3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4688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0B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KernelBench v1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063240"/>
            <a:ext cx="2194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Started here: 100 Level 1 PyTorch ops, fast_p metric. Became the held-out test set.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383280" y="164592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1F0EC"/>
          </a:solidFill>
          <a:ln w="12700">
            <a:solidFill>
              <a:srgbClr val="F1F0E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611880" y="182880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CA3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3611880" y="24688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0B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AutoKernel kernels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3611880" y="3063240"/>
            <a:ext cx="2194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kernel types with a fixed 5-stage bench.py. Always valid and cheaper per reward, so used for RL.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217920" y="164592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1F0EC"/>
          </a:solidFill>
          <a:ln w="12700">
            <a:solidFill>
              <a:srgbClr val="F1F0E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46520" y="182880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CA3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6446520" y="24688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0B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GRPO on Qwen-7B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6446520" y="3063240"/>
            <a:ext cx="2194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Multi-turn agent, LoRA, rewards from real GPU benchmarks.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9052560" y="164592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281160" y="182880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CA3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800" dirty="0"/>
          </a:p>
        </p:txBody>
      </p:sp>
      <p:sp>
        <p:nvSpPr>
          <p:cNvPr id="18" name="Text 16"/>
          <p:cNvSpPr txBox="1"/>
          <p:nvPr/>
        </p:nvSpPr>
        <p:spPr>
          <a:xfrm>
            <a:off x="9281160" y="24688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Modal re-run</a:t>
            </a:r>
            <a:endParaRPr lang="en-US" sz="1900" dirty="0"/>
          </a:p>
        </p:txBody>
      </p:sp>
      <p:sp>
        <p:nvSpPr>
          <p:cNvPr id="19" name="Text 17"/>
          <p:cNvSpPr txBox="1"/>
          <p:nvPr/>
        </p:nvSpPr>
        <p:spPr>
          <a:xfrm>
            <a:off x="9281160" y="3063240"/>
            <a:ext cx="2194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1E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results lost; rebuilt on ≤10 Modal GPUs and re-measured everything.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0B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KernelBench v1 on Modal: is the timing trustworthy?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 re-run, Sept 2026</a:t>
            </a:r>
            <a:endParaRPr lang="en-US" sz="1000" dirty="0"/>
          </a:p>
        </p:txBody>
      </p:sp>
      <p:pic>
        <p:nvPicPr>
          <p:cNvPr id="4" name="Image 0" descr="/Users/ram/kernel-finetuning/Kernel-Writer-RL-v2/presentation/figures/03_kb_identity_nois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280160"/>
            <a:ext cx="6949440" cy="34747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0" y="1280160"/>
            <a:ext cx="3840480" cy="1463040"/>
          </a:xfrm>
          <a:prstGeom prst="roundRect">
            <a:avLst>
              <a:gd name="adj" fmla="val 7500"/>
            </a:avLst>
          </a:prstGeom>
          <a:solidFill>
            <a:srgbClr val="F1F0EC"/>
          </a:solidFill>
          <a:ln w="12700">
            <a:solidFill>
              <a:srgbClr val="F1F0EC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001000" y="141732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55/100</a:t>
            </a:r>
            <a:endParaRPr lang="en-US" sz="3600" dirty="0"/>
          </a:p>
        </p:txBody>
      </p:sp>
      <p:sp>
        <p:nvSpPr>
          <p:cNvPr id="7" name="Text 4"/>
          <p:cNvSpPr txBox="1"/>
          <p:nvPr/>
        </p:nvSpPr>
        <p:spPr>
          <a:xfrm>
            <a:off x="8001000" y="217627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1 problems that are harness-valid (identity PASSes reliably)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7772400" y="2926080"/>
            <a:ext cx="3840480" cy="1463040"/>
          </a:xfrm>
          <a:prstGeom prst="roundRect">
            <a:avLst>
              <a:gd name="adj" fmla="val 7500"/>
            </a:avLst>
          </a:prstGeom>
          <a:solidFill>
            <a:srgbClr val="F1F0EC"/>
          </a:solidFill>
          <a:ln w="12700">
            <a:solidFill>
              <a:srgbClr val="F1F0EC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001000" y="306324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1.000×</a:t>
            </a:r>
            <a:endParaRPr lang="en-US" sz="3600" dirty="0"/>
          </a:p>
        </p:txBody>
      </p:sp>
      <p:sp>
        <p:nvSpPr>
          <p:cNvPr id="10" name="Text 7"/>
          <p:cNvSpPr txBox="1"/>
          <p:nvPr/>
        </p:nvSpPr>
        <p:spPr>
          <a:xfrm>
            <a:off x="8001000" y="382219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measured speedup of an identical model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5029200"/>
            <a:ext cx="10972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conv problems fail even as an identical model: weight init isn't seeded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huge-input problems time out intermittently (CPU input generation inside a 30 s limit)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0B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RL moved to AutoKernel's kernels: validity and cost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 re-run, Sept 2026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474720" cy="1463040"/>
          </a:xfrm>
          <a:prstGeom prst="roundRect">
            <a:avLst>
              <a:gd name="adj" fmla="val 7500"/>
            </a:avLst>
          </a:prstGeom>
          <a:solidFill>
            <a:srgbClr val="F1F0EC"/>
          </a:solidFill>
          <a:ln w="12700">
            <a:solidFill>
              <a:srgbClr val="F1F0E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0020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55/100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35915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KernelBench L1 problems usable as a reward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43400" y="1463040"/>
            <a:ext cx="3474720" cy="1463040"/>
          </a:xfrm>
          <a:prstGeom prst="roundRect">
            <a:avLst>
              <a:gd name="adj" fmla="val 7500"/>
            </a:avLst>
          </a:prstGeom>
          <a:solidFill>
            <a:srgbClr val="F1F0EC"/>
          </a:solidFill>
          <a:ln w="12700">
            <a:solidFill>
              <a:srgbClr val="F1F0E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0" y="160020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6.0 s</a:t>
            </a:r>
            <a:endParaRPr lang="en-US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4572000" y="235915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AutoKernel bench on L4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138160" y="1463040"/>
            <a:ext cx="3474720" cy="1463040"/>
          </a:xfrm>
          <a:prstGeom prst="roundRect">
            <a:avLst>
              <a:gd name="adj" fmla="val 7500"/>
            </a:avLst>
          </a:prstGeom>
          <a:solidFill>
            <a:srgbClr val="F1F0EC"/>
          </a:solidFill>
          <a:ln w="12700">
            <a:solidFill>
              <a:srgbClr val="F1F0E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366760" y="160020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1.89%</a:t>
            </a:r>
            <a:endParaRPr lang="en-US" sz="3600" dirty="0"/>
          </a:p>
        </p:txBody>
      </p:sp>
      <p:sp>
        <p:nvSpPr>
          <p:cNvPr id="12" name="Text 10"/>
          <p:cNvSpPr txBox="1"/>
          <p:nvPr/>
        </p:nvSpPr>
        <p:spPr>
          <a:xfrm>
            <a:off x="8366760" y="235915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run-to-run noise (CV) of AutoKernel speedup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3383280"/>
            <a:ext cx="10972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 needs thousands of rewards: one GRPO step here is 72 episodes × 4 turns = 288 benchmarks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AutoKernel's bench.py is fixed and 5-stage (smoke, shape sweep incl. fp32, stability, determinism, edge sizes)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KernelBench stays as the held-out evaluation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0B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Architecture: original design vs Modal re-run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 re-run, Sept 2026</a:t>
            </a:r>
            <a:endParaRPr lang="en-US" sz="1000" dirty="0"/>
          </a:p>
        </p:txBody>
      </p:sp>
      <p:pic>
        <p:nvPicPr>
          <p:cNvPr id="4" name="Image 0" descr="/Users/ram/kernel-finetuning/Kernel-Writer-RL-v2/presentation/figures/01_architectur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280160"/>
            <a:ext cx="1124712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0B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verifier is strict: most starter kernels fail it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 re-run, Sept 2026</a:t>
            </a:r>
            <a:endParaRPr lang="en-US" sz="1000" dirty="0"/>
          </a:p>
        </p:txBody>
      </p:sp>
      <p:pic>
        <p:nvPicPr>
          <p:cNvPr id="4" name="Image 0" descr="/Users/ram/kernel-finetuning/Kernel-Writer-RL-v2/presentation/figures/02_starter_baseline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234440"/>
            <a:ext cx="7223760" cy="44805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046720" y="1280160"/>
            <a:ext cx="3566160" cy="1463040"/>
          </a:xfrm>
          <a:prstGeom prst="roundRect">
            <a:avLst>
              <a:gd name="adj" fmla="val 7500"/>
            </a:avLst>
          </a:prstGeom>
          <a:solidFill>
            <a:srgbClr val="F1F0EC"/>
          </a:solidFill>
          <a:ln w="12700">
            <a:solidFill>
              <a:srgbClr val="F1F0EC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275320" y="141732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3/9</a:t>
            </a:r>
            <a:endParaRPr lang="en-US" sz="3600" dirty="0"/>
          </a:p>
        </p:txBody>
      </p:sp>
      <p:sp>
        <p:nvSpPr>
          <p:cNvPr id="7" name="Text 4"/>
          <p:cNvSpPr txBox="1"/>
          <p:nvPr/>
        </p:nvSpPr>
        <p:spPr>
          <a:xfrm>
            <a:off x="8275320" y="217627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AutoKernel starter kernels that pass the full bench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8046720" y="3017520"/>
            <a:ext cx="35661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mode skips numerical stability: flash_attention, rmsnorm pass quick, fail full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reward uses the full bench, or the agent learns unsafe kernels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matmul fails because tl.dot uses TF32 on fp32 inputs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0B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RL: the model re-submits what already works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 re-run, Sept 2026</a:t>
            </a:r>
            <a:endParaRPr lang="en-US" sz="1000" dirty="0"/>
          </a:p>
        </p:txBody>
      </p:sp>
      <p:pic>
        <p:nvPicPr>
          <p:cNvPr id="4" name="Image 0" descr="/Users/ram/kernel-finetuning/Kernel-Writer-RL-v2/presentation/figures/05_per_kernel_bas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234440"/>
            <a:ext cx="7223760" cy="44805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046720" y="1280160"/>
            <a:ext cx="3566160" cy="1463040"/>
          </a:xfrm>
          <a:prstGeom prst="roundRect">
            <a:avLst>
              <a:gd name="adj" fmla="val 7500"/>
            </a:avLst>
          </a:prstGeom>
          <a:solidFill>
            <a:srgbClr val="F1F0EC"/>
          </a:solidFill>
          <a:ln w="12700">
            <a:solidFill>
              <a:srgbClr val="F1F0EC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275320" y="141732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34.7%</a:t>
            </a:r>
            <a:endParaRPr lang="en-US" sz="3600" dirty="0"/>
          </a:p>
        </p:txBody>
      </p:sp>
      <p:sp>
        <p:nvSpPr>
          <p:cNvPr id="7" name="Text 4"/>
          <p:cNvSpPr txBox="1"/>
          <p:nvPr/>
        </p:nvSpPr>
        <p:spPr>
          <a:xfrm>
            <a:off x="8275320" y="217627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episodes with ≥1 PASS (9 kernels × 8 samples × 8 turns)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8046720" y="2926080"/>
            <a:ext cx="3566160" cy="1463040"/>
          </a:xfrm>
          <a:prstGeom prst="roundRect">
            <a:avLst>
              <a:gd name="adj" fmla="val 7500"/>
            </a:avLst>
          </a:prstGeom>
          <a:solidFill>
            <a:srgbClr val="F1F0EC"/>
          </a:solidFill>
          <a:ln w="12700">
            <a:solidFill>
              <a:srgbClr val="F1F0EC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275320" y="306324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15.3%</a:t>
            </a:r>
            <a:endParaRPr lang="en-US" sz="3600" dirty="0"/>
          </a:p>
        </p:txBody>
      </p:sp>
      <p:sp>
        <p:nvSpPr>
          <p:cNvPr id="10" name="Text 7"/>
          <p:cNvSpPr txBox="1"/>
          <p:nvPr/>
        </p:nvSpPr>
        <p:spPr>
          <a:xfrm>
            <a:off x="8275320" y="382219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fast_1.0: correct AND faster than PyTorch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8046720" y="466344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61% of turns resubmit code already tried; best speedup 2.9×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0B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free win: tell the model *why* its kernel failed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 re-run, Sept 2026</a:t>
            </a:r>
            <a:endParaRPr lang="en-US" sz="1000" dirty="0"/>
          </a:p>
        </p:txBody>
      </p:sp>
      <p:pic>
        <p:nvPicPr>
          <p:cNvPr id="4" name="Image 0" descr="/Users/ram/kernel-finetuning/Kernel-Writer-RL-v2/presentation/figures/04_pass_at_turn_feedback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234440"/>
            <a:ext cx="6766560" cy="3566160"/>
          </a:xfrm>
          <a:prstGeom prst="rect">
            <a:avLst/>
          </a:prstGeom>
        </p:spPr>
      </p:pic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98080" y="1325880"/>
          <a:ext cx="420624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280160"/>
                <a:gridCol w="1280160"/>
              </a:tblGrid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v1: log tail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v2: failure lines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213D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episodes with PASS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0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30.6%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0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34.7%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0E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 reward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0.097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0.133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CFCFB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 turns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0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0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0E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CRASH turns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CFCFB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kernels solved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0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0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0EC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548640" y="50292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original worker returned the tail of bench.py's log: only the summary block, never which check failed.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0B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Correctness, not speed, is the bottleneck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 re-run, Sept 2026</a:t>
            </a:r>
            <a:endParaRPr lang="en-US" sz="1000" dirty="0"/>
          </a:p>
        </p:txBody>
      </p:sp>
      <p:pic>
        <p:nvPicPr>
          <p:cNvPr id="4" name="Image 0" descr="/Users/ram/kernel-finetuning/Kernel-Writer-RL-v2/presentation/figures/06_failure_taxonomy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234440"/>
            <a:ext cx="7498080" cy="40233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229600" y="1463040"/>
            <a:ext cx="347472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mismatch: wrong accumulation dtype, TF32, bad masking on edge sizes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Triton API / compile errors: e.g. tl.math.tanh and tl.EVICT_FALSE don't exist in Triton 3.2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shared-memory overflow: tile sizes chosen for H100, run on L4 (101 KB limit)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0B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GRPO's hidden cost: most groups give no gradient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 re-run, Sept 2026</a:t>
            </a:r>
            <a:endParaRPr lang="en-US" sz="1000" dirty="0"/>
          </a:p>
        </p:txBody>
      </p:sp>
      <p:pic>
        <p:nvPicPr>
          <p:cNvPr id="4" name="Image 0" descr="/Users/ram/kernel-finetuning/Kernel-Writer-RL-v2/presentation/figures/07_zero_advantage_group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234440"/>
            <a:ext cx="6766560" cy="37490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89520" y="1280160"/>
            <a:ext cx="4023360" cy="1463040"/>
          </a:xfrm>
          <a:prstGeom prst="roundRect">
            <a:avLst>
              <a:gd name="adj" fmla="val 7500"/>
            </a:avLst>
          </a:prstGeom>
          <a:solidFill>
            <a:srgbClr val="F1F0EC"/>
          </a:solidFill>
          <a:ln w="12700">
            <a:solidFill>
              <a:srgbClr val="F1F0EC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818120" y="141732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60%</a:t>
            </a:r>
            <a:endParaRPr lang="en-US" sz="3600" dirty="0"/>
          </a:p>
        </p:txBody>
      </p:sp>
      <p:sp>
        <p:nvSpPr>
          <p:cNvPr id="7" name="Text 4"/>
          <p:cNvSpPr txBox="1"/>
          <p:nvPr/>
        </p:nvSpPr>
        <p:spPr>
          <a:xfrm>
            <a:off x="7818120" y="2176272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4-sample groups have identical rewards → advantage 0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7589520" y="3017520"/>
            <a:ext cx="4023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8 → 56%: chosen for training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 r=64 · lr 1e-5 · 4 turns · T=1.0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token-mean loss, no KL, one on-policy update (verl GRPO semantics)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0B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GRPO: dense credit adds signal, not new kernels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 re-run, Sept 2026</a:t>
            </a:r>
            <a:endParaRPr lang="en-US" sz="1000" dirty="0"/>
          </a:p>
        </p:txBody>
      </p:sp>
      <p:pic>
        <p:nvPicPr>
          <p:cNvPr id="4" name="Image 0" descr="/Users/ram/kernel-finetuning/Kernel-Writer-RL-v2/presentation/figures/09_grpo_curve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1188720"/>
            <a:ext cx="11430000" cy="33832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4754880"/>
            <a:ext cx="3657600" cy="1463040"/>
          </a:xfrm>
          <a:prstGeom prst="roundRect">
            <a:avLst>
              <a:gd name="adj" fmla="val 7500"/>
            </a:avLst>
          </a:prstGeom>
          <a:solidFill>
            <a:srgbClr val="F1F0EC"/>
          </a:solidFill>
          <a:ln w="12700">
            <a:solidFill>
              <a:srgbClr val="F1F0EC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489204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0.098 → 0.115</a:t>
            </a:r>
            <a:endParaRPr lang="en-US" sz="36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565099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 original reward, 18 steps (first vs last 3)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343400" y="4754880"/>
            <a:ext cx="3474720" cy="1463040"/>
          </a:xfrm>
          <a:prstGeom prst="roundRect">
            <a:avLst>
              <a:gd name="adj" fmla="val 7500"/>
            </a:avLst>
          </a:prstGeom>
          <a:solidFill>
            <a:srgbClr val="F1F0EC"/>
          </a:solidFill>
          <a:ln w="12700">
            <a:solidFill>
              <a:srgbClr val="F1F0EC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572000" y="489204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65%</a:t>
            </a:r>
            <a:endParaRPr lang="en-US" sz="3600" dirty="0"/>
          </a:p>
        </p:txBody>
      </p:sp>
      <p:sp>
        <p:nvSpPr>
          <p:cNvPr id="10" name="Text 7"/>
          <p:cNvSpPr txBox="1"/>
          <p:nvPr/>
        </p:nvSpPr>
        <p:spPr>
          <a:xfrm>
            <a:off x="4572000" y="565099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 groups with zero gradient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8001000" y="4754880"/>
            <a:ext cx="3657600" cy="1463040"/>
          </a:xfrm>
          <a:prstGeom prst="roundRect">
            <a:avLst>
              <a:gd name="adj" fmla="val 7500"/>
            </a:avLst>
          </a:prstGeom>
          <a:solidFill>
            <a:srgbClr val="F1F0EC"/>
          </a:solidFill>
          <a:ln w="12700">
            <a:solidFill>
              <a:srgbClr val="F1F0E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229600" y="489204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38%</a:t>
            </a:r>
            <a:endParaRPr lang="en-US" sz="3600" dirty="0"/>
          </a:p>
        </p:txBody>
      </p:sp>
      <p:sp>
        <p:nvSpPr>
          <p:cNvPr id="13" name="Text 10"/>
          <p:cNvSpPr txBox="1"/>
          <p:nvPr/>
        </p:nvSpPr>
        <p:spPr>
          <a:xfrm>
            <a:off x="8229600" y="565099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 groups with zero gradient (10 steps)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0B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Does it transfer to KernelBench v1? Not yet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 re-run, Sept 2026</a:t>
            </a:r>
            <a:endParaRPr lang="en-US" sz="1000" dirty="0"/>
          </a:p>
        </p:txBody>
      </p:sp>
      <p:pic>
        <p:nvPicPr>
          <p:cNvPr id="4" name="Image 0" descr="/Users/ram/kernel-finetuning/Kernel-Writer-RL-v2/presentation/figures/10_kernelbench_transfe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234440"/>
            <a:ext cx="7498080" cy="43891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229600" y="1280160"/>
            <a:ext cx="3383280" cy="1463040"/>
          </a:xfrm>
          <a:prstGeom prst="roundRect">
            <a:avLst>
              <a:gd name="adj" fmla="val 7500"/>
            </a:avLst>
          </a:prstGeom>
          <a:solidFill>
            <a:srgbClr val="F1F0EC"/>
          </a:solidFill>
          <a:ln w="12700">
            <a:solidFill>
              <a:srgbClr val="F1F0EC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458200" y="141732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0/84</a:t>
            </a:r>
            <a:endParaRPr lang="en-US" sz="3600" dirty="0"/>
          </a:p>
        </p:txBody>
      </p:sp>
      <p:sp>
        <p:nvSpPr>
          <p:cNvPr id="7" name="Text 4"/>
          <p:cNvSpPr txBox="1"/>
          <p:nvPr/>
        </p:nvSpPr>
        <p:spPr>
          <a:xfrm>
            <a:off x="8458200" y="217627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base: PASS turns on valid L1 problems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8229600" y="2926080"/>
            <a:ext cx="3383280" cy="1463040"/>
          </a:xfrm>
          <a:prstGeom prst="roundRect">
            <a:avLst>
              <a:gd name="adj" fmla="val 7500"/>
            </a:avLst>
          </a:prstGeom>
          <a:solidFill>
            <a:srgbClr val="F1F0EC"/>
          </a:solidFill>
          <a:ln w="12700">
            <a:solidFill>
              <a:srgbClr val="F1F0EC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458200" y="306324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0/84</a:t>
            </a:r>
            <a:endParaRPr lang="en-US" sz="3600" dirty="0"/>
          </a:p>
        </p:txBody>
      </p:sp>
      <p:sp>
        <p:nvSpPr>
          <p:cNvPr id="10" name="Text 7"/>
          <p:cNvSpPr txBox="1"/>
          <p:nvPr/>
        </p:nvSpPr>
        <p:spPr>
          <a:xfrm>
            <a:off x="8458200" y="382219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GRPO v2: PASS turns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8229600" y="466344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failures are invented or missing Triton APIs; a 7B model needs Triton API grounding before speed.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0B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Re-running exposed five real bugs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 re-run, Sept 2026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2743200" cy="685800"/>
          </a:xfrm>
          <a:prstGeom prst="roundRect">
            <a:avLst>
              <a:gd name="adj" fmla="val 13333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37160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CA3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--kernel-type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3566160" y="137160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passed a flag bench.py doesn't have (it's --kernel)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2286000"/>
            <a:ext cx="2743200" cy="685800"/>
          </a:xfrm>
          <a:prstGeom prst="roundRect">
            <a:avLst>
              <a:gd name="adj" fmla="val 13333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28600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CA3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results.tsv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3566160" y="228600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parsed a file bench.py never writes; metrics are on stdout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548640" y="3200400"/>
            <a:ext cx="2743200" cy="685800"/>
          </a:xfrm>
          <a:prstGeom prst="roundRect">
            <a:avLst>
              <a:gd name="adj" fmla="val 13333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320040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CA3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super(Model)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566160" y="320040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AutoKernel's KernelBench starter crashes on all 100 problems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548640" y="4114800"/>
            <a:ext cx="2743200" cy="685800"/>
          </a:xfrm>
          <a:prstGeom prst="roundRect">
            <a:avLst>
              <a:gd name="adj" fmla="val 13333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411480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CA3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seed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3566160" y="411480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KernelBench mode never seeds weight init: 35 conv problems unpassable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548640" y="5029200"/>
            <a:ext cx="2743200" cy="685800"/>
          </a:xfrm>
          <a:prstGeom prst="roundRect">
            <a:avLst>
              <a:gd name="adj" fmla="val 13333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502920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CA3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 tail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3566160" y="502920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was shown the summary block, not the failing check</a:t>
            </a:r>
            <a:endParaRPr lang="en-US" sz="1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Takeaways and next steps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3C2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 re-run, Sept 2026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463040"/>
            <a:ext cx="107899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Verifier quality is the product: quick-mode rewards and log-tail feedback both silently hurt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reward has a floor bug: correct-but-slow (&lt;1×) scores below a crash; use max(0, log2 s) + PASS bonus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GRPO signal is sparse: dense correctness credit cut zero-gradient groups 65% → 38%, but solving new kernels needs more steps or a curriculum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rollouts: the trainer H100 idles during benchmarking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benchmark: KernelBench Level 2 fusion problems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AutoKernel-RLVR: teaching an LLM to write faster GPU kernels</dc:title>
  <dc:subject>PptxGenJS Presentation</dc:subject>
  <dc:creator>PptxGenJS</dc:creator>
  <cp:lastModifiedBy>PptxGenJS</cp:lastModifiedBy>
  <cp:revision>1</cp:revision>
  <dcterms:created xsi:type="dcterms:W3CDTF">2026-09-23T02:57:39Z</dcterms:created>
  <dcterms:modified xsi:type="dcterms:W3CDTF">2026-09-23T02:57:39Z</dcterms:modified>
</cp:coreProperties>
</file>